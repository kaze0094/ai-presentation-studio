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người nghe và giới thiệu mục tiêu: chuyển ý tưởng thành câu chuyện rõ ràng.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ba bước: định hình thông điệp, kể chuyện và trình bày. Nhấn mạnh vai trò của người nghe.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Tóm tắt thông điệp, cảm ơn và mời người nghe đặt câu hỏi.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5943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B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TƯỞNG CỦA BẠN. SÂN KHẤU CỦA BẠN.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123444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dirty="0">
                <a:solidFill>
                  <a:srgbClr val="E9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ý tưởng đến câu chuyện.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1089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FB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Biến những điều bạn muốn nói thành một bài thuyết trình đáng nhớ.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640080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ý tưởng đến câu chuyện · r1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607040" y="64008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9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B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NỘI DUNG ĐẾN TRẢI NGHIỆM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dirty="0">
                <a:solidFill>
                  <a:srgbClr val="E9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quy trình. Ba bước.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FB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nội dung đến trải nghiệm.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22192"/>
            <a:ext cx="3413760" cy="22860"/>
          </a:xfrm>
          <a:prstGeom prst="rect">
            <a:avLst/>
          </a:prstGeom>
          <a:solidFill>
            <a:srgbClr val="78628C"/>
          </a:solidFill>
          <a:ln w="12700">
            <a:solidFill>
              <a:srgbClr val="78628C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977640"/>
            <a:ext cx="341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A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341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9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hình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31520" y="4937760"/>
            <a:ext cx="341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FB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định thông điệp chính, người nghe và mục tiêu của bài trình bày.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3880" y="3822192"/>
            <a:ext cx="3413760" cy="22860"/>
          </a:xfrm>
          <a:prstGeom prst="rect">
            <a:avLst/>
          </a:prstGeom>
          <a:solidFill>
            <a:srgbClr val="78628C"/>
          </a:solidFill>
          <a:ln w="12700">
            <a:solidFill>
              <a:srgbClr val="78628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3880" y="3977640"/>
            <a:ext cx="341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A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73880" y="4434840"/>
            <a:ext cx="341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9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Kể chuyện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373880" y="4937760"/>
            <a:ext cx="341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FB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Sắp xếp ý tưởng thành một mạch nội dung rõ ràng, có điểm nhấn.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6240" y="3822192"/>
            <a:ext cx="3413760" cy="22860"/>
          </a:xfrm>
          <a:prstGeom prst="rect">
            <a:avLst/>
          </a:prstGeom>
          <a:solidFill>
            <a:srgbClr val="78628C"/>
          </a:solidFill>
          <a:ln w="12700">
            <a:solidFill>
              <a:srgbClr val="78628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6240" y="3977640"/>
            <a:ext cx="341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A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16240" y="4434840"/>
            <a:ext cx="341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9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Trình bày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016240" y="4937760"/>
            <a:ext cx="341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FB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hợp bố cục, chuyển động và nhịp điệu để truyền tải thông điệp.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640080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ý tưởng đến câu chuyện · r1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607040" y="64008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9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B6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Ý TƯỞNG ĐỀU XỨNG ĐÁNG ĐƯỢC LẮNG NGHE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E9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 cho câu chuyện tiếp theo.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FB8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 bằng một thông điệp. Kết thúc bằng một dấu ấn.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ý tưởng đến câu chuyện · r1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607040" y="64008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9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Từ ý tưởng đến câu chuyện</dc:title>
  <dc:subject>studio-demo / revision 1 / 45390eece9618e4cce17db6b558646e75a6793b99e6ca8eaa6aebf5c73f0e5da</dc:subject>
  <dc:creator>AI Presentation Studio</dc:creator>
  <cp:lastModifiedBy>AI Presentation Studio</cp:lastModifiedBy>
  <cp:revision>1</cp:revision>
  <dcterms:created xsi:type="dcterms:W3CDTF">2026-10-11T08:55:41Z</dcterms:created>
  <dcterms:modified xsi:type="dcterms:W3CDTF">2026-10-11T08:55:41Z</dcterms:modified>
</cp:coreProperties>
</file>